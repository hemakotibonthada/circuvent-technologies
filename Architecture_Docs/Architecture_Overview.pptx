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What this repository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It is called "website". It is a company.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 marketing site, an e-commerce store with payments, an 83-route admin back office, a smart-home IoT console with 60+ sections, and a public developer portal — all in one Next.js application.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Plus firmware for a 17-SKU retail hardware line sold on Amazon.in and Flipkart, real KiCad PCB designs, a self-hosted MQTT cloud on one Oracle VM, a shipped Play Store app, a drone, and an RC car.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Plus a completely separate internal SaaS for project tracking, HR, payroll and a client portal.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23,184 files · 1,810 src TypeScript files · 428,355 lines · 150 API routes · 108 pages · 533 commits · 5 git remotes.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README describes 18 routes and 50+ components. That was true once.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4358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6245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Next.js 16.2 App Router · React 19.2 · TypeScript 5 strict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20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9339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Neon Postgres, HTTP driver · 10 tables · created at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05456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0545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243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2432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Home-grown HMAC-SHA256. No JWT library is used at 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36392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36392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5526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Devices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55264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17 SKUs · ESP32 · MQTT/TLS on an own broker with an own 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8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67328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86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Mobile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Expo, SHIPPED at v1.13.1 · a Kotlin/Swift prototype alongside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9826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171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1713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236 suites · 4,328 tests · 1 failing · 49 seconds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29200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48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14807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14 steps, 13 hard gates — and 27 of 27 runs failed to start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60136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66013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7900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77900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None. No error tracking, no alerting, no log sink.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Architectural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1554480"/>
            <a:ext cx="2651760" cy="1051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C2D12"/>
                </a:solidFill>
                <a:latin typeface="Calibri"/>
              </a:rPr>
              <a:t>17 SKUs of hardware</a:t>
            </a:r>
          </a:p>
          <a:p>
            <a:pPr algn="ctr"/>
            <a:r>
              <a:rPr sz="1400" b="0">
                <a:solidFill>
                  <a:srgbClr val="7C2D12"/>
                </a:solidFill>
                <a:latin typeface="Calibri"/>
              </a:rPr>
              <a:t>ESP32 · MQTT/TLS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9967" y="1554480"/>
            <a:ext cx="2651760" cy="10515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website</a:t>
            </a:r>
          </a:p>
          <a:p>
            <a:pPr algn="ctr"/>
            <a:r>
              <a:rPr sz="1400" b="0">
                <a:solidFill>
                  <a:srgbClr val="1E3A8A"/>
                </a:solidFill>
                <a:latin typeface="Calibri"/>
              </a:rPr>
              <a:t>150 routes · 5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3287" y="1554480"/>
            <a:ext cx="2651760" cy="105156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Calibri"/>
              </a:rPr>
              <a:t>platform/</a:t>
            </a:r>
          </a:p>
          <a:p>
            <a:pPr algn="ctr"/>
            <a:r>
              <a:rPr sz="1400" b="0">
                <a:solidFill>
                  <a:srgbClr val="4C1D95"/>
                </a:solidFill>
                <a:latin typeface="Calibri"/>
              </a:rPr>
              <a:t>ONE Oracle VM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9847" y="2061210"/>
            <a:ext cx="86868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8407" y="1677924"/>
            <a:ext cx="1051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A6875"/>
                </a:solidFill>
                <a:latin typeface="Calibri"/>
              </a:rPr>
              <a:t>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3167" y="2061210"/>
            <a:ext cx="86868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1727" y="1677924"/>
            <a:ext cx="1051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A6875"/>
                </a:solidFill>
                <a:latin typeface="Calibri"/>
              </a:rPr>
              <a:t>federation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Neon Postgres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10 tables · made at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675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.data/ JSON files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~27 modules, memory-only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0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Razorpay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webhook is a STUB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5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mobile/ Expo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SHIPPED v1.13.1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6797" y="2606040"/>
            <a:ext cx="38100" cy="47548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5713" y="3081528"/>
            <a:ext cx="8540265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6663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3418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00173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46928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81144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4532D"/>
                </a:solidFill>
                <a:latin typeface="Calibri"/>
              </a:rPr>
              <a:t>Wi-Fi, GSM, LoRa, ESP-NOW and MAVLink all terminate on one free-tier virtual machine.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A8A"/>
                </a:solidFill>
                <a:latin typeface="Calibri"/>
              </a:rPr>
              <a:t>circuvent-platform/ is a DIFFERENT product entirely. The names are a trap.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finding that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Roughly twenty-seven storage modules have no database behind them.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createFileStore() keeps an in-memory working copy and writes through to a JSON file. Its own comment: “On read-only filesystems... writes silently stop and the module degrades to in-memory-only for that instance, instead of throwing and breaking the request.”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About thirty modules are built on it. EXACTLY THREE pass durable: true — icm-store, admin-warranty and api-failures.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other ~27 include CMS content, CRM records, pricing, currency, tax configuration, feature flags, marketing, staff activity, 570 KB of telemetry, developer-portal tokens — and PASSKEYS.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In production those live in one lambda instance's memory. When the instance recycles the data is gone. Not stale. Not corrupted. Gone.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 THE REPOSITORY ALREADY KNOWS: “Incidents filed weeks ago were not hidden; they were gone.” That bug was found, understood, written down — and fixed for ONE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Layered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10820095" cy="78638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PRESENTATION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React 19 server + client components · Tailwind 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10820095" cy="786384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6D28D9"/>
                </a:solidFill>
                <a:latin typeface="Calibri"/>
              </a:rPr>
              <a:t>APPLICATION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App Router pages · server actions · route handlers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10820095" cy="786384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15803D"/>
                </a:solidFill>
                <a:latin typeface="Calibri"/>
              </a:rPr>
              <a:t>DOMAIN — pure, no I/O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filter · format · resume · registration-validate · portal-groups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05072"/>
            <a:ext cx="10820095" cy="786384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B45309"/>
                </a:solidFill>
                <a:latin typeface="Calibri"/>
              </a:rPr>
              <a:t>INTEGRATION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ats.ts · candidate.ts · insights-reporter.ts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19472"/>
            <a:ext cx="10820095" cy="786384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64748B"/>
                </a:solidFill>
                <a:latin typeface="Calibri"/>
              </a:rPr>
              <a:t>PLATFORM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Node.js on Vercel · CDN · 60-second ISR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3A8A"/>
                </a:solidFill>
                <a:latin typeface="Calibri"/>
              </a:rPr>
              <a:t>Auth is enforced per route, by helper calls. The gate does not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Data flow - schema, and where it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Cold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A lambda boots. Nothing exists yet.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831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1135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1135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initDb()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1135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Runs an array of CREATE TABLE IF NOT EXISTS strings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Every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Every db* function awaits initDb() before querying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2895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39199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199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9199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The role must hold DDL rights, permanently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neon() HTTP — so transactions are IMPOSSIBLE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4831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01135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1135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store_kv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1135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23 shop collections, ONE JSONB ROW EACH, key='_all'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3863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70167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No DATABASE_URL? Silently write JSON files instead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2895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39199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199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9199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Read-only disk. The write fails. The catch swallows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Firmware: no signature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On devices that switch mains relays and door locks.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Both OTA paths download over a certificate-PINNED TLS connection. That authenticates the SERVER. It does not authenticate the FIRMWARE.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Searched for and not found anywhere: Ed25519 or RSA signature verification, a hash manifest checked against an on-device public key, or ESP32 Secure Boot in any of the 29 platformio.ini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code articulates the stakes itself, explaining why setInsecure() was removed: “anyone able to intercept that connection... could serve arbitrary firmware and take permanent control of a board that switches mains relays and door locks.”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transport hole was closed. The integrity hole was not.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 the device polls a manifest endpoint on a timer that DOES NOT EXIST — platform/api has no firmware route. The hardware checklist marks both signed builds and a rollback plan unchecked.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payment webhook is a stub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It verifies its signature correctly. Then it does nothing.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const expected = crypto.createHmac("sha256", secret).update(raw).digest("hex"); — correct, and constant-time compared.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Then it console.log()s and returns. Its own comment: “Reconciliation hook: when a persistent order store exists, mark the order paid/failed here...”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Any payment captured at the gateway whose browser never returns — a closed tab, a dropped connection, a failed redirect — is money taken and an order never marked paid.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checkout-side path is genuinely good: verifyCapturedPayment re-fetches the payment from Razorpay and requires status === “captured” before trusting the amount, so a forged client signature cannot credit an order.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webhook was meant to be the safety net under that.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Five credential schemes, one gate that doesn't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src/proxy.ts performs no authentication at all.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Customer sessions: HMAC-SHA256 over email|issuedAt|tokenVersion, signed with ACCOUNT_SECRET.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545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Staff sessions: the same shape, but ADMIN_SECRET — “Staff sessions get their own key so a leaked customer key cannot mint one.”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39242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7355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Plus a static ADMIN_API_KEY header, a CRON_SECRET bearer, and a bridged external JWT for the control plane. Zero use of jose or jsonwebtoken anywhere in src/.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This app does NOT share the suite's HS256 AUTH_JWT_SECRET. It is the only Circuvent application outside that scheme.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proxy.ts handles host mounts, a legacy redirect, X-Request-Id and the CSP header — and no auth. Seven routes could not be matched to any known mechanism at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same rule, written four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And the bug it causes has already shipped twice.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per-device capability table decides which fields a device reports, which command keys control it, and which device types must expose no toggle at all — a camera's only switch is streaming; a drone's is flight permission.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It is implemented independently in Expo TypeScript, in Kotlin, in Swift, and again in the web console. No shared schema, no code generation.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native/README.md names the failure: “A Home Hub reports power2 and is commanded with {ch: 1, on: true}... Send the state key to a device that wanted the command key and nothing errors. THAT BUG HAS ALREADY SHIPPED TWICE — once on the web and once in the Expo app.”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only guard is a parity test that diffs the three tables. Drift is CAUGHT BY AN ASSERTION, not PREVENTED BY A SCHEMA.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CI has never executed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most thorough pipeline in the suite. Zero runs.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27 workflow runs on record. 27 startup_failure. Zero seconds each. And the registered “CI” workflow has zero runs attributed to it at all — every one belongs to a synthetic, deleted placeholder.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What is not running: a typecheck, 4,328 root tests, the control plane's own ~290 tests, a PGlite database test, a production build, and a full Playwright suite. Thirteen hard gates; only lint is advisory.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workflow's own comments describe fixing exactly the gaps that made those tests unable to block a deploy: “That left ~290 tests... unable to block a deploy” and “E2E was never run in CI, which is how the sitemap assertion stayed broken.” Those fixes have never run either.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 verify:secrets is not a CI gate — it is guarded only by a local pre-commit hook that git commit --no-verify defeats.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Every module names the bug it prevents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best convention in the entire Circuvent suite.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passkeys.ts: “The passkey still existed, still verified, and belonged to nobody.”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545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sso.ts: “Production users could sign in to dev, and dev quietly accumulated live credentials while doing it. The isolation guard was pointed at the wrong door.”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39242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7355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install-hooks.mjs: “bash on the Windows box that does the builds is WSL with no distribution installed — it failed silently and the build carried on with the wrong signing key.”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check-no-secrets.js: “a secret pushed once is in every clone and every fork, and deleting the file in a later commit does not remove it from history.”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verify_kt_docs.py: “a build script in this repository has previously reported success while publishing the previous run's artifact, so 'the command succeeded' is not evidence.”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Verification that proves, not asserts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engineering instinct here is excellent. Almost none of it is automated.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verify-icm-durability.ts spawns FOUR REAL OPERATING-SYSTEM PROCESSES, sharing no memory, to prove data survives a cold start — rather than mocking one. It was run during this audit and passed.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audit-code-contrast.mjs reads COMPUTED CSS in a real browser, “because the bug it checks for was invisible to every existing test... the only symptom was that a human could not read it.”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perf-probe.mjs uses the Resource Timing API for real transferred bytes and DIRECTLY OBSERVES layout shift rather than inferring it from missing dimensions.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verify_business_docs.py opens the generated PowerPoint and asserts a real catalogue price is inside it — and that no raw unformatted price slipped past the formatter.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None of these five scripts runs in CI. Thirteen npm scripts run nowhere automated at 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sub-projects, sized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4358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firmware/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6245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13,003 files on disk — but git tracks only 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20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9339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29 sketches, one shared library, 17 retail products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05456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0545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243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platform/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2432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The IoT control plane. Mosquitto + Express + Postgres.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36392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36392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5526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circuvent-platform/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55264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A DIFFERENT product: internal HR, payroll,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8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67328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86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mobile/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Expo. SHIPPED. Real signed artifacts, v1.1.0 through 1.12.0+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9826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171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native/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1713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Kotlin buildable, Swift NEVER COMPILED. A candid prototype.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29200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48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hardware/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14807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Real KiCad boards and Gerbers, generated from BOM + schematic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60136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66013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7900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Not manufactured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77900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Certification, tooling and fabrication remain unchecked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Health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16152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Incident documentation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316736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86784" y="1316736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5968" y="1316736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1316736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74336" y="1316736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271016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Eleven quoted examples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61795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07515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Security headers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662379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86784" y="1662379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15968" y="1662379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5152" y="1662379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74336" y="1662379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616659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Complete, applied at edge and globally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907438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195315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Secret history hygiene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2008022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6784" y="2008022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5968" y="2008022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45152" y="2008022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74336" y="2008022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1962302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Provably clean across all branches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253081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29880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Verification thinking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2353665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86784" y="2353665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15968" y="2353665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45152" y="2353665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74336" y="2353665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2307945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Scripts prove rather than assert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598724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64444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Test volume</a:t>
            </a:r>
          </a:p>
        </p:txBody>
      </p:sp>
      <p:sp>
        <p:nvSpPr>
          <p:cNvPr id="41" name="Oval 40"/>
          <p:cNvSpPr/>
          <p:nvPr/>
        </p:nvSpPr>
        <p:spPr>
          <a:xfrm>
            <a:off x="3657600" y="2699308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86784" y="2699308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15968" y="2699308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45152" y="2699308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74336" y="2699308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2653588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4,328 tests, one failing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944367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2990087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Hardware engineering</a:t>
            </a:r>
          </a:p>
        </p:txBody>
      </p:sp>
      <p:sp>
        <p:nvSpPr>
          <p:cNvPr id="49" name="Oval 48"/>
          <p:cNvSpPr/>
          <p:nvPr/>
        </p:nvSpPr>
        <p:spPr>
          <a:xfrm>
            <a:off x="3657600" y="3044951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986784" y="3044951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15968" y="3044951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45152" y="3044951"/>
            <a:ext cx="107899" cy="107899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74336" y="3044951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60" y="2999231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17 real board designs with Gerbers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290010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333573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Code hygiene</a:t>
            </a:r>
          </a:p>
        </p:txBody>
      </p:sp>
      <p:sp>
        <p:nvSpPr>
          <p:cNvPr id="57" name="Oval 56"/>
          <p:cNvSpPr/>
          <p:nvPr/>
        </p:nvSpPr>
        <p:spPr>
          <a:xfrm>
            <a:off x="3657600" y="3390594"/>
            <a:ext cx="107899" cy="107899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986784" y="3390594"/>
            <a:ext cx="107899" cy="107899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15968" y="3390594"/>
            <a:ext cx="107899" cy="107899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645152" y="3390594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974336" y="3390594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3344874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0 ts-ignore, 1 TODO — but lint config broken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635653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3681373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Documentation accuracy</a:t>
            </a:r>
          </a:p>
        </p:txBody>
      </p:sp>
      <p:sp>
        <p:nvSpPr>
          <p:cNvPr id="65" name="Oval 64"/>
          <p:cNvSpPr/>
          <p:nvPr/>
        </p:nvSpPr>
        <p:spPr>
          <a:xfrm>
            <a:off x="3657600" y="3736237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86784" y="3736237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15968" y="3736237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45152" y="3736237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74336" y="3736237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3690517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README describes an eighth of 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981296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402701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Auth architecture</a:t>
            </a:r>
          </a:p>
        </p:txBody>
      </p:sp>
      <p:sp>
        <p:nvSpPr>
          <p:cNvPr id="73" name="Oval 72"/>
          <p:cNvSpPr/>
          <p:nvPr/>
        </p:nvSpPr>
        <p:spPr>
          <a:xfrm>
            <a:off x="3657600" y="4081880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86784" y="4081880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315968" y="4081880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645152" y="4081880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74336" y="4081880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23560" y="4036160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Five schemes, no central gate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326939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4372659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Payment reconciliation</a:t>
            </a:r>
          </a:p>
        </p:txBody>
      </p:sp>
      <p:sp>
        <p:nvSpPr>
          <p:cNvPr id="81" name="Oval 80"/>
          <p:cNvSpPr/>
          <p:nvPr/>
        </p:nvSpPr>
        <p:spPr>
          <a:xfrm>
            <a:off x="3657600" y="4427523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986784" y="4427523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315968" y="4427523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45152" y="4427523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974336" y="4427523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23560" y="4381803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Webhook verifies, then does nothing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4672582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471830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Schema management</a:t>
            </a:r>
          </a:p>
        </p:txBody>
      </p:sp>
      <p:sp>
        <p:nvSpPr>
          <p:cNvPr id="89" name="Oval 88"/>
          <p:cNvSpPr/>
          <p:nvPr/>
        </p:nvSpPr>
        <p:spPr>
          <a:xfrm>
            <a:off x="3657600" y="4773166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986784" y="4773166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15968" y="4773166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45152" y="4773166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974336" y="4773166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23560" y="4727446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Created at runtime, no migrations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5018225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" y="5063945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Firmware supply chain</a:t>
            </a:r>
          </a:p>
        </p:txBody>
      </p:sp>
      <p:sp>
        <p:nvSpPr>
          <p:cNvPr id="97" name="Oval 96"/>
          <p:cNvSpPr/>
          <p:nvPr/>
        </p:nvSpPr>
        <p:spPr>
          <a:xfrm>
            <a:off x="3657600" y="5118809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986784" y="5118809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15968" y="5118809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645152" y="5118809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974336" y="5118809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23560" y="5073089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No image signature verification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5363868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" y="540958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Data durability</a:t>
            </a:r>
          </a:p>
        </p:txBody>
      </p:sp>
      <p:sp>
        <p:nvSpPr>
          <p:cNvPr id="105" name="Oval 104"/>
          <p:cNvSpPr/>
          <p:nvPr/>
        </p:nvSpPr>
        <p:spPr>
          <a:xfrm>
            <a:off x="3657600" y="5464452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986784" y="5464452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15968" y="5464452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645152" y="5464452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974336" y="5464452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23560" y="5418732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~27 modules memory-only in production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5709511"/>
            <a:ext cx="11185855" cy="30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3232" y="575523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Observability</a:t>
            </a:r>
          </a:p>
        </p:txBody>
      </p:sp>
      <p:sp>
        <p:nvSpPr>
          <p:cNvPr id="113" name="Oval 112"/>
          <p:cNvSpPr/>
          <p:nvPr/>
        </p:nvSpPr>
        <p:spPr>
          <a:xfrm>
            <a:off x="3657600" y="5810095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986784" y="5810095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15968" y="5810095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645152" y="5810095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974336" y="5810095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623560" y="5764375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No error tracking, no alerting, no sink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6055154"/>
            <a:ext cx="11185855" cy="30906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3232" y="610087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CI actually running</a:t>
            </a:r>
          </a:p>
        </p:txBody>
      </p:sp>
      <p:sp>
        <p:nvSpPr>
          <p:cNvPr id="121" name="Oval 120"/>
          <p:cNvSpPr/>
          <p:nvPr/>
        </p:nvSpPr>
        <p:spPr>
          <a:xfrm>
            <a:off x="3657600" y="6155738"/>
            <a:ext cx="107899" cy="107899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986784" y="6155738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315968" y="6155738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645152" y="6155738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74336" y="6155738"/>
            <a:ext cx="107899" cy="107899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23560" y="6110018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0 of 27 runs have ever started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Top five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One is losing data right now. One takes a day.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~27 storage modules are memory-only in production. Passkeys and developer tokens are among them. The fix is a flag on a function that already supports it.  [3 weeks]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Firmware OTA has no image signature verification, on devices controlling mains relays and door locks — and the manifest endpoint they poll does not exist.  [6 weeks]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CI has never run, and verify:secrets is not a CI gate. Thirteen hard gates and 4,328 tests are decorative.  [1 day]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payment webhook verifies its signature and then does nothing, so a payment without a browser return is never reconciled.  [2 weeks]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Database schema is created at runtime by the app booting — no migrations, no foreign keys, no access control of any kind.  [1 month]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Phased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90472"/>
            <a:ext cx="2526715" cy="3566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90472"/>
            <a:ext cx="2526715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1   about 1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alibri"/>
              </a:rPr>
              <a:t>Turn the lights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Fix whatever prevents GitHub Actions from starting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add verify:secrets to CI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fix the failing report-logo test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fix the eslint ignore patterns so lint reports 705 real problems instead of 29,687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rewrite the README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259" y="1490472"/>
            <a:ext cx="2526715" cy="3566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0259" y="1490472"/>
            <a:ext cx="2526715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2   about 1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313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Stop losing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13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Audit all thirty createFileStore callers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set durable: true on every module whose data matters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generalise the four-process durability harness from one module to all of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9" y="1490472"/>
            <a:ext cx="2526715" cy="3566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4719" y="1490472"/>
            <a:ext cx="2526715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3   about 1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Wire the payment webhook to actually mark orders paid or failed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add a reconciliation job against the gateway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give money a branded integer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179" y="1490472"/>
            <a:ext cx="2526715" cy="3566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9179" y="1490472"/>
            <a:ext cx="2526715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4-5   1-2 quarters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05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Calibri"/>
              </a:rPr>
              <a:t>Supply chain, then foundations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05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Ed25519 firmware signing verified on-device before flashing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build the OTA manifest endpoint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rollback and key-rotation policy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real migrations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split store_kv into real tables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error tracking and alerting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one shared capability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A8A"/>
                </a:solidFill>
                <a:latin typeface="Calibri"/>
              </a:rPr>
              <a:t>Roughly ten days of work moves operational maturity from two stars to four.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What must NOT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Decisions that look like overhead and are not.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incident-comment convention. Eleven examples are quoted in these documents. It made this audit 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Verification that proves rather than asserts — four real processes, computed CSS in a real browser, a generated deck opened and checked.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Separate session secrets for staff and customers, plus the token version counter added after a departing employee's copied token stayed valid forever.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Passkey scopes that “must never be interchangeable”, and server-side TOTP QR rendering so the secret never reaches a third-party service.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Payment capture re-fetched from the gateway, and image remotePatterns scoped to two hosts: “/** would turn the Next image optimizer into an open proxy.”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3445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1558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drone companion-computer design: “WHY THE CLOUD IS NEVER IN THE CONTROL LOOP... There is deliberately no 'nudge forward while I hold this button'.”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Circuvent Technologies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0820095" cy="868680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E3A8A"/>
                </a:solidFill>
                <a:latin typeface="Calibri"/>
              </a:rPr>
              <a:t>Real engineering judgement, almost none of it automated.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1018001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Four hundred and twenty-eight thousand lines spanning a storefront, an admin console, an IoT platform, firmware for seventeen retail products, real PCB designs and a shipped mobile app. Modules that open by naming the production incident they exist to prevent. Verification scripts that spawn four real operating-system processes rather than mocking a cold start, because “'the command succeeded' is not evidence.” A complete security-header set. A git history provably free of any committed secret.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And: a CI pipeline of thirteen hard gates that has never executed once in twenty-seven attempts; roughly twenty-seven storage modules — including passkeys — that lose everything on a serverless cold start; firmware updates with no signature verification on devices that switch mains relays and door locks; a payment webhook that checks its signature and then does nothing; and a README describing about an eighth of what is here.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This repository knows what good looks like. It has written the reasons down, in the files themselves. What it lacks is anything that runs them without being asked.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